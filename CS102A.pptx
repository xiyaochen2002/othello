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2" r:id="rId5"/>
    <p:sldId id="277" r:id="rId6"/>
    <p:sldId id="282" r:id="rId7"/>
    <p:sldId id="284" r:id="rId8"/>
    <p:sldId id="279" r:id="rId9"/>
    <p:sldId id="280" r:id="rId10"/>
    <p:sldId id="278" r:id="rId11"/>
    <p:sldId id="288" r:id="rId12"/>
    <p:sldId id="290" r:id="rId13"/>
    <p:sldId id="289" r:id="rId14"/>
    <p:sldId id="287" r:id="rId15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A0D4739-3D03-45FD-A5BE-2F7358E678C9}">
          <p14:sldIdLst>
            <p14:sldId id="272"/>
            <p14:sldId id="277"/>
            <p14:sldId id="282"/>
            <p14:sldId id="284"/>
            <p14:sldId id="279"/>
            <p14:sldId id="280"/>
            <p14:sldId id="278"/>
            <p14:sldId id="288"/>
            <p14:sldId id="290"/>
            <p14:sldId id="289"/>
            <p14:sldId id="287"/>
          </p14:sldIdLst>
        </p14:section>
        <p14:section name="无标题节" id="{19DDE4EF-BA03-4787-B7B1-395F524030F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598" autoAdjust="0"/>
  </p:normalViewPr>
  <p:slideViewPr>
    <p:cSldViewPr snapToGrid="0">
      <p:cViewPr varScale="1">
        <p:scale>
          <a:sx n="105" d="100"/>
          <a:sy n="105" d="100"/>
        </p:scale>
        <p:origin x="60" y="544"/>
      </p:cViewPr>
      <p:guideLst>
        <p:guide orient="horz" pos="30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3D75097-B1EE-48D2-B955-E070A3115C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F8CD4C-5D02-46F9-9D81-7DC564750F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9B333-36A0-42FB-AE21-AAB6F2D72AE6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2021/12/27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F366D6-1E02-492D-A15C-D0D9B577E1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F61663-1089-4AFB-A029-426179178E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D0C79-65AF-44D2-BB64-8E69C8DD803B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5448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8ACB686-29AE-4B5D-B490-199AB13A1ED2}" type="datetime1">
              <a:rPr lang="zh-CN" altLang="en-US" noProof="0" smtClean="0"/>
              <a:t>2021/12/27</a:t>
            </a:fld>
            <a:endParaRPr lang="zh-CN" altLang="en-US" noProof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E485773-E831-40C3-B08E-FE9BDAA6938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1409579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E485773-E831-40C3-B08E-FE9BDAA69383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0426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 dirty="0"/>
              <a:t>示例文字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sp useBgFill="1">
        <p:nvSpPr>
          <p:cNvPr id="5" name="长方形 4">
            <a:extLst>
              <a:ext uri="{FF2B5EF4-FFF2-40B4-BE49-F238E27FC236}">
                <a16:creationId xmlns:a16="http://schemas.microsoft.com/office/drawing/2014/main" id="{FE162AE6-C2BA-4446-A2D9-41A8F1A6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 useBgFill="1">
        <p:nvSpPr>
          <p:cNvPr id="7" name="长方形 6">
            <a:extLst>
              <a:ext uri="{FF2B5EF4-FFF2-40B4-BE49-F238E27FC236}">
                <a16:creationId xmlns:a16="http://schemas.microsoft.com/office/drawing/2014/main" id="{7A267802-5F0D-4EE1-AF9D-EF2E4F23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5" y="0"/>
            <a:ext cx="43861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B728D93-929A-4CAF-A102-3C217E917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rtlCol="0" anchor="b">
            <a:normAutofit/>
          </a:bodyPr>
          <a:lstStyle>
            <a:lvl1pPr algn="ctr">
              <a:lnSpc>
                <a:spcPct val="90000"/>
              </a:lnSpc>
              <a:defRPr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>
              <a:tabLst>
                <a:tab pos="3370263" algn="l"/>
              </a:tabLst>
            </a:pPr>
            <a:r>
              <a:rPr lang="zh-CN" altLang="en-US" sz="4000" noProof="0">
                <a:solidFill>
                  <a:schemeClr val="tx2">
                    <a:alpha val="75000"/>
                  </a:schemeClr>
                </a:solidFill>
              </a:rPr>
              <a:t>单击此处编辑母版标题样式</a:t>
            </a:r>
            <a:endParaRPr lang="zh-CN" altLang="en-US" sz="4000" noProof="0" dirty="0">
              <a:solidFill>
                <a:schemeClr val="tx2">
                  <a:alpha val="75000"/>
                </a:schemeClr>
              </a:solidFill>
            </a:endParaRP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B81702E9-0038-4210-9FAB-E76C1EF85C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4876" y="5116529"/>
            <a:ext cx="2948684" cy="955497"/>
          </a:xfrm>
        </p:spPr>
        <p:txBody>
          <a:bodyPr rtlCol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>
                <a:solidFill>
                  <a:schemeClr val="tx2"/>
                </a:solidFill>
              </a:rPr>
              <a:t>副标题</a:t>
            </a:r>
          </a:p>
        </p:txBody>
      </p:sp>
      <p:sp>
        <p:nvSpPr>
          <p:cNvPr id="10" name="任意多边形：形状 9">
            <a:extLst>
              <a:ext uri="{FF2B5EF4-FFF2-40B4-BE49-F238E27FC236}">
                <a16:creationId xmlns:a16="http://schemas.microsoft.com/office/drawing/2014/main" id="{13E1655C-FA7C-42D9-8EE1-E7CF698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47479" y="3853642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6441E9C-E7AE-4B2E-A8FF-F364980D90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3024" y="0"/>
            <a:ext cx="7808976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7128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0" userDrawn="1">
          <p15:clr>
            <a:srgbClr val="FBAE40"/>
          </p15:clr>
        </p15:guide>
        <p15:guide id="2" pos="3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长方形 4">
            <a:extLst>
              <a:ext uri="{FF2B5EF4-FFF2-40B4-BE49-F238E27FC236}">
                <a16:creationId xmlns:a16="http://schemas.microsoft.com/office/drawing/2014/main" id="{665A6970-043A-47D8-B545-755078B0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86AC1DD3-428F-4C39-A551-E13ABD51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647700"/>
            <a:ext cx="3483421" cy="2866599"/>
          </a:xfrm>
        </p:spPr>
        <p:txBody>
          <a:bodyPr rtlCol="0">
            <a:normAutofit/>
          </a:bodyPr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r"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0661C8BF-A13F-41C7-AD96-FF1FF2487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44305"/>
            <a:ext cx="0" cy="1610436"/>
          </a:xfrm>
          <a:prstGeom prst="line">
            <a:avLst/>
          </a:prstGeom>
          <a:ln w="19050">
            <a:solidFill>
              <a:schemeClr val="accent1">
                <a:lumMod val="7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内容占位符 8">
            <a:extLst>
              <a:ext uri="{FF2B5EF4-FFF2-40B4-BE49-F238E27FC236}">
                <a16:creationId xmlns:a16="http://schemas.microsoft.com/office/drawing/2014/main" id="{C48B2C18-58F4-4964-8F53-1A6C5CA46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9" y="647700"/>
            <a:ext cx="6401231" cy="2982604"/>
          </a:xfrm>
        </p:spPr>
        <p:txBody>
          <a:bodyPr rtlCol="0" anchor="ctr">
            <a:normAutofit/>
          </a:bodyPr>
          <a:lstStyle>
            <a:lvl1pPr marL="0" indent="0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60AF7978-E274-4580-9576-25C42D06B2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512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6" name="图片占位符 13">
            <a:extLst>
              <a:ext uri="{FF2B5EF4-FFF2-40B4-BE49-F238E27FC236}">
                <a16:creationId xmlns:a16="http://schemas.microsoft.com/office/drawing/2014/main" id="{C26149A3-CFBC-4F7F-B065-171177885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16041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7" name="图片占位符 13">
            <a:extLst>
              <a:ext uri="{FF2B5EF4-FFF2-40B4-BE49-F238E27FC236}">
                <a16:creationId xmlns:a16="http://schemas.microsoft.com/office/drawing/2014/main" id="{47CA6D41-6659-4919-BF3F-FCA2AB53F4F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457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5" name="图片占位符 13">
            <a:extLst>
              <a:ext uri="{FF2B5EF4-FFF2-40B4-BE49-F238E27FC236}">
                <a16:creationId xmlns:a16="http://schemas.microsoft.com/office/drawing/2014/main" id="{20E6777B-4AD1-427E-904E-21086E7318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310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7E0D4C96-36DA-4C90-B4F7-FD78F9F0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21" name="页脚占位符 4">
            <a:extLst>
              <a:ext uri="{FF2B5EF4-FFF2-40B4-BE49-F238E27FC236}">
                <a16:creationId xmlns:a16="http://schemas.microsoft.com/office/drawing/2014/main" id="{DCC27624-76B0-4BB8-B6D9-C01BCCE65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 dirty="0"/>
              <a:t>示例文字</a:t>
            </a:r>
          </a:p>
        </p:txBody>
      </p:sp>
      <p:sp>
        <p:nvSpPr>
          <p:cNvPr id="22" name="幻灯片编号占位符 5">
            <a:extLst>
              <a:ext uri="{FF2B5EF4-FFF2-40B4-BE49-F238E27FC236}">
                <a16:creationId xmlns:a16="http://schemas.microsoft.com/office/drawing/2014/main" id="{E5D71582-7D60-491E-945E-00A9A6A2E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7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长方形 4">
            <a:extLst>
              <a:ext uri="{FF2B5EF4-FFF2-40B4-BE49-F238E27FC236}">
                <a16:creationId xmlns:a16="http://schemas.microsoft.com/office/drawing/2014/main" id="{A283E6C1-A698-44ED-B112-2185C527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B8DA9715-F69D-45C0-8C20-D2327172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 wrap="none" rtlCol="0" anchor="ctr">
            <a:noAutofit/>
          </a:bodyPr>
          <a:lstStyle>
            <a:lvl1pPr algn="l">
              <a:spcBef>
                <a:spcPts val="0"/>
              </a:spcBef>
              <a:defRPr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ctr"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A11834F-2E86-44CF-9B7B-879C54D3E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164" y="1900962"/>
            <a:ext cx="10112375" cy="1954213"/>
          </a:xfrm>
        </p:spPr>
        <p:txBody>
          <a:bodyPr rtlCol="0" anchor="t"/>
          <a:lstStyle>
            <a:lvl1pPr marL="0" indent="0" algn="just">
              <a:buNone/>
              <a:defRPr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74320" indent="0" algn="ctr">
              <a:buFont typeface="Arial" panose="020B0604020202020204" pitchFamily="34" charset="0"/>
              <a:buNone/>
              <a:defRPr/>
            </a:lvl2pPr>
            <a:lvl3pPr marL="228600" indent="0" algn="ctr">
              <a:buNone/>
              <a:defRPr/>
            </a:lvl3pPr>
            <a:lvl4pPr marL="640080" indent="0" algn="ctr">
              <a:buFont typeface="Arial" panose="020B0604020202020204" pitchFamily="34" charset="0"/>
              <a:buNone/>
              <a:defRPr/>
            </a:lvl4pPr>
            <a:lvl5pPr marL="685800" indent="0" algn="ctr">
              <a:buNone/>
              <a:defRPr/>
            </a:lvl5pPr>
          </a:lstStyle>
          <a:p>
            <a:pPr lvl="0" rtl="0"/>
            <a:r>
              <a:rPr lang="zh-CN" altLang="en-US" noProof="0" dirty="0"/>
              <a:t>单击此处添加文本</a:t>
            </a:r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06B13C98-6A68-488A-A861-3651BEFFD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60520"/>
            <a:ext cx="4067175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8" name="日期占位符 3">
            <a:extLst>
              <a:ext uri="{FF2B5EF4-FFF2-40B4-BE49-F238E27FC236}">
                <a16:creationId xmlns:a16="http://schemas.microsoft.com/office/drawing/2014/main" id="{2938ABF9-B914-4702-BD3C-440D785C4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14" name="图片占位符 12">
            <a:extLst>
              <a:ext uri="{FF2B5EF4-FFF2-40B4-BE49-F238E27FC236}">
                <a16:creationId xmlns:a16="http://schemas.microsoft.com/office/drawing/2014/main" id="{A8DDEC8E-7A5B-45B1-87C2-928F65F6D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9936" y="4160520"/>
            <a:ext cx="4133088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页脚占位符 4">
            <a:extLst>
              <a:ext uri="{FF2B5EF4-FFF2-40B4-BE49-F238E27FC236}">
                <a16:creationId xmlns:a16="http://schemas.microsoft.com/office/drawing/2014/main" id="{3D694128-BF72-4548-B72F-CAFBFD234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 dirty="0"/>
              <a:t>示例文字</a:t>
            </a:r>
          </a:p>
        </p:txBody>
      </p:sp>
      <p:sp>
        <p:nvSpPr>
          <p:cNvPr id="15" name="图片占位符 12">
            <a:extLst>
              <a:ext uri="{FF2B5EF4-FFF2-40B4-BE49-F238E27FC236}">
                <a16:creationId xmlns:a16="http://schemas.microsoft.com/office/drawing/2014/main" id="{5E558F1D-66DC-426F-B815-D10EB6BC4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4" y="4160520"/>
            <a:ext cx="4005072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3EC1452B-8D51-4F49-9A26-8D49BCE7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50899" y="1555564"/>
            <a:ext cx="4290204" cy="0"/>
          </a:xfrm>
          <a:prstGeom prst="line">
            <a:avLst/>
          </a:prstGeom>
          <a:ln w="19050">
            <a:solidFill>
              <a:schemeClr val="accen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幻灯片编号占位符 5">
            <a:extLst>
              <a:ext uri="{FF2B5EF4-FFF2-40B4-BE49-F238E27FC236}">
                <a16:creationId xmlns:a16="http://schemas.microsoft.com/office/drawing/2014/main" id="{68719BE9-7631-4214-B581-04437DDA5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9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长方形 14">
            <a:extLst>
              <a:ext uri="{FF2B5EF4-FFF2-40B4-BE49-F238E27FC236}">
                <a16:creationId xmlns:a16="http://schemas.microsoft.com/office/drawing/2014/main" id="{A6AF1EB8-173E-4BDF-9FB9-340DC5FC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B44A6C40-5A2B-4859-A8AE-52464ACB6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5059252"/>
            <a:ext cx="6874327" cy="1209275"/>
          </a:xfrm>
        </p:spPr>
        <p:txBody>
          <a:bodyPr rtlCol="0" anchor="ctr">
            <a:normAutofit/>
          </a:bodyPr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r" rtl="0"/>
            <a:r>
              <a:rPr lang="zh-CN" altLang="en-US" sz="4000" noProof="0"/>
              <a:t>单击此处编辑母版标题样式</a:t>
            </a:r>
            <a:endParaRPr lang="zh-CN" altLang="en-US" sz="4000" noProof="0" dirty="0"/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4839C935-8C88-4E41-9CDE-772FDA3DD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970" y="5056632"/>
            <a:ext cx="3392445" cy="1207008"/>
          </a:xfrm>
        </p:spPr>
        <p:txBody>
          <a:bodyPr rtlCol="0" anchor="ctr">
            <a:normAutofit/>
          </a:bodyPr>
          <a:lstStyle>
            <a:lvl1pPr marL="0" indent="0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l" rtl="0"/>
            <a:r>
              <a:rPr lang="zh-CN" altLang="en-US" sz="1600" noProof="0"/>
              <a:t>单击此处编辑母版副标题样式</a:t>
            </a:r>
            <a:endParaRPr lang="zh-CN" altLang="en-US" sz="1600" noProof="0" dirty="0"/>
          </a:p>
        </p:txBody>
      </p:sp>
      <p:cxnSp>
        <p:nvCxnSpPr>
          <p:cNvPr id="19" name="直接连接符​​(S) 18">
            <a:extLst>
              <a:ext uri="{FF2B5EF4-FFF2-40B4-BE49-F238E27FC236}">
                <a16:creationId xmlns:a16="http://schemas.microsoft.com/office/drawing/2014/main" id="{30C6FCBF-78C9-4160-8C8D-C0846C6D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10499" y="5187442"/>
            <a:ext cx="0" cy="875607"/>
          </a:xfrm>
          <a:prstGeom prst="line">
            <a:avLst/>
          </a:prstGeom>
          <a:ln w="15875">
            <a:solidFill>
              <a:schemeClr val="accent1">
                <a:lumMod val="75000"/>
                <a:alpha val="8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图片占位符 20">
            <a:extLst>
              <a:ext uri="{FF2B5EF4-FFF2-40B4-BE49-F238E27FC236}">
                <a16:creationId xmlns:a16="http://schemas.microsoft.com/office/drawing/2014/main" id="{6950CA0E-635B-46DC-8900-0DD2B472A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4562856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4573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图表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56"/>
            <a:ext cx="10515600" cy="4190323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F31BABDF-AA85-4A10-A98B-507CF2428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58717800-ADD4-4E93-B0D0-271E7848D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14" name="幻灯片编号占位符 5">
            <a:extLst>
              <a:ext uri="{FF2B5EF4-FFF2-40B4-BE49-F238E27FC236}">
                <a16:creationId xmlns:a16="http://schemas.microsoft.com/office/drawing/2014/main" id="{70AC3ECC-84E8-497F-BC52-5189149B0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9539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表格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3"/>
            <a:ext cx="10515600" cy="3545204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C1976FF6-0FAE-4806-A07E-BE4D74116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842FFD90-937D-4551-9F0C-7A5B0C78E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11" name="幻灯片编号占位符 5">
            <a:extLst>
              <a:ext uri="{FF2B5EF4-FFF2-40B4-BE49-F238E27FC236}">
                <a16:creationId xmlns:a16="http://schemas.microsoft.com/office/drawing/2014/main" id="{BED25ED3-40D6-4D4C-BEF6-506E3E31B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786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3A8FC83D-BE6C-46F7-A2C9-654DF8EB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733" y="1679441"/>
            <a:ext cx="10890565" cy="589966"/>
          </a:xfrm>
        </p:spPr>
        <p:txBody>
          <a:bodyPr rtlCol="0">
            <a:normAutofit fontScale="90000"/>
          </a:bodyPr>
          <a:lstStyle>
            <a:lvl1pPr algn="ctr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8CC3F9D0-953E-45A7-BFD7-C86C68B2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726" y="2273661"/>
            <a:ext cx="7910623" cy="447630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sz="1600" noProof="0"/>
              <a:t>单击此处编辑母版副标题样式</a:t>
            </a:r>
          </a:p>
        </p:txBody>
      </p:sp>
      <p:sp>
        <p:nvSpPr>
          <p:cNvPr id="7" name="任意多边形：形状 6">
            <a:extLst>
              <a:ext uri="{FF2B5EF4-FFF2-40B4-BE49-F238E27FC236}">
                <a16:creationId xmlns:a16="http://schemas.microsoft.com/office/drawing/2014/main" id="{D736BCE2-FC35-4992-A912-AF5A5C4E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507004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84AA409B-17E7-4D49-8F3B-D390302E24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68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13" name="图片占位符 10">
            <a:extLst>
              <a:ext uri="{FF2B5EF4-FFF2-40B4-BE49-F238E27FC236}">
                <a16:creationId xmlns:a16="http://schemas.microsoft.com/office/drawing/2014/main" id="{C4FB1A9C-83D8-426D-B62B-A5F7457A96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7920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94DD44DD-0676-4A2C-9EC4-8E209307E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69BC53C-DA37-4270-B44D-B7A92152A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14" name="幻灯片编号占位符 5">
            <a:extLst>
              <a:ext uri="{FF2B5EF4-FFF2-40B4-BE49-F238E27FC236}">
                <a16:creationId xmlns:a16="http://schemas.microsoft.com/office/drawing/2014/main" id="{9AFE14D8-0C2B-4AA6-AE7E-75C2C63C2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467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团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255"/>
            <a:ext cx="10515600" cy="4190323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F9828424-127F-4F45-AF20-1DAA15255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F5D83CCE-F7E1-4106-84E1-6C261DDBB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11" name="幻灯片编号占位符 5">
            <a:extLst>
              <a:ext uri="{FF2B5EF4-FFF2-40B4-BE49-F238E27FC236}">
                <a16:creationId xmlns:a16="http://schemas.microsoft.com/office/drawing/2014/main" id="{28126735-73E8-4B98-81A3-AAE94B69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43229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日程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C1A14-BCE3-4322-A314-ABFB09FB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213"/>
            <a:ext cx="10515600" cy="2212258"/>
          </a:xfrm>
        </p:spPr>
        <p:txBody>
          <a:bodyPr rtlCol="0" anchor="t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3DAC2D8E-199B-430A-BB5F-3EB5B76D6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CAAF529-3AC9-470F-8794-0C496708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8" name="幻灯片编号占位符 5">
            <a:extLst>
              <a:ext uri="{FF2B5EF4-FFF2-40B4-BE49-F238E27FC236}">
                <a16:creationId xmlns:a16="http://schemas.microsoft.com/office/drawing/2014/main" id="{B3327F51-D49D-4DCE-9CDC-3B94731A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39129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5157787" cy="584548"/>
          </a:xfrm>
        </p:spPr>
        <p:txBody>
          <a:bodyPr rtlCol="0" anchor="b">
            <a:noAutofit/>
          </a:bodyPr>
          <a:lstStyle>
            <a:lvl1pPr marL="0" indent="0">
              <a:buNone/>
              <a:defRPr sz="1800" b="1" cap="all" spc="6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5157787" cy="375126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06038"/>
            <a:ext cx="5183188" cy="584549"/>
          </a:xfrm>
        </p:spPr>
        <p:txBody>
          <a:bodyPr rtlCol="0" anchor="b">
            <a:noAutofit/>
          </a:bodyPr>
          <a:lstStyle>
            <a:lvl1pPr marL="0" indent="0">
              <a:buNone/>
              <a:defRPr sz="1800" b="1" cap="all" spc="6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90588"/>
            <a:ext cx="5183188" cy="375126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C1B2486D-C49D-471B-8F3B-AF604894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CF226F4B-CA41-4C71-97F3-1B7E442A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14" name="幻灯片编号占位符 5">
            <a:extLst>
              <a:ext uri="{FF2B5EF4-FFF2-40B4-BE49-F238E27FC236}">
                <a16:creationId xmlns:a16="http://schemas.microsoft.com/office/drawing/2014/main" id="{0316A3FD-0E7B-4247-AA4F-93E7E99E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1027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3200400" cy="584548"/>
          </a:xfrm>
        </p:spPr>
        <p:txBody>
          <a:bodyPr rtlCol="0" anchor="b">
            <a:noAutofit/>
          </a:bodyPr>
          <a:lstStyle>
            <a:lvl1pPr marL="0" indent="0">
              <a:buNone/>
              <a:defRPr sz="1800" b="1" cap="all" spc="6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3200400" cy="3751268"/>
          </a:xfrm>
        </p:spPr>
        <p:txBody>
          <a:bodyPr rtlCol="0">
            <a:normAutofit/>
          </a:bodyPr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800575"/>
            <a:ext cx="3200400" cy="584549"/>
          </a:xfrm>
        </p:spPr>
        <p:txBody>
          <a:bodyPr rtlCol="0" anchor="b">
            <a:noAutofit/>
          </a:bodyPr>
          <a:lstStyle>
            <a:lvl1pPr marL="0" indent="0">
              <a:buNone/>
              <a:defRPr sz="1800" b="1" cap="all" spc="6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385125"/>
            <a:ext cx="3200400" cy="3751268"/>
          </a:xfrm>
        </p:spPr>
        <p:txBody>
          <a:bodyPr rtlCol="0">
            <a:normAutofit/>
          </a:bodyPr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4">
            <a:extLst>
              <a:ext uri="{FF2B5EF4-FFF2-40B4-BE49-F238E27FC236}">
                <a16:creationId xmlns:a16="http://schemas.microsoft.com/office/drawing/2014/main" id="{266A9EA3-4B2B-44BD-8135-846BF6026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4" y="1802952"/>
            <a:ext cx="3200400" cy="584549"/>
          </a:xfrm>
        </p:spPr>
        <p:txBody>
          <a:bodyPr rtlCol="0" anchor="b">
            <a:noAutofit/>
          </a:bodyPr>
          <a:lstStyle>
            <a:lvl1pPr marL="0" indent="0">
              <a:buNone/>
              <a:defRPr sz="1800" b="1" cap="all" spc="6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5" name="内容占位符 5">
            <a:extLst>
              <a:ext uri="{FF2B5EF4-FFF2-40B4-BE49-F238E27FC236}">
                <a16:creationId xmlns:a16="http://schemas.microsoft.com/office/drawing/2014/main" id="{01C28FB9-37EE-45F6-9277-9FEC0E6CEB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4" y="2387502"/>
            <a:ext cx="3200400" cy="3751268"/>
          </a:xfrm>
        </p:spPr>
        <p:txBody>
          <a:bodyPr rtlCol="0">
            <a:normAutofit/>
          </a:bodyPr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5965917B-0400-40F0-91DA-4F97FE7238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6" name="页脚占位符 4">
            <a:extLst>
              <a:ext uri="{FF2B5EF4-FFF2-40B4-BE49-F238E27FC236}">
                <a16:creationId xmlns:a16="http://schemas.microsoft.com/office/drawing/2014/main" id="{564A176B-530D-46DF-8C22-CB3E325D3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17" name="幻灯片编号占位符 5">
            <a:extLst>
              <a:ext uri="{FF2B5EF4-FFF2-40B4-BE49-F238E27FC236}">
                <a16:creationId xmlns:a16="http://schemas.microsoft.com/office/drawing/2014/main" id="{464458CC-87E8-440C-A9E9-D8E1E0B493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973501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长方形 4">
            <a:extLst>
              <a:ext uri="{FF2B5EF4-FFF2-40B4-BE49-F238E27FC236}">
                <a16:creationId xmlns:a16="http://schemas.microsoft.com/office/drawing/2014/main" id="{66D479CE-2DE1-4800-948F-385C3CF2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F2DE27B3-A066-47FC-9ACB-6CB080C4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375939"/>
            <a:ext cx="5448300" cy="1240966"/>
          </a:xfrm>
        </p:spPr>
        <p:txBody>
          <a:bodyPr rtlCol="0" anchor="ctr">
            <a:normAutofit/>
          </a:bodyPr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ctr"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8" name="内容占位符 8">
            <a:extLst>
              <a:ext uri="{FF2B5EF4-FFF2-40B4-BE49-F238E27FC236}">
                <a16:creationId xmlns:a16="http://schemas.microsoft.com/office/drawing/2014/main" id="{0B2E2283-471F-4157-98F4-1943DA10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1" y="2688119"/>
            <a:ext cx="5115674" cy="3507457"/>
          </a:xfrm>
        </p:spPr>
        <p:txBody>
          <a:bodyPr rtlCol="0">
            <a:normAutofit/>
          </a:bodyPr>
          <a:lstStyle>
            <a:lvl1pPr marL="0" indent="0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0F58127D-BBD9-4655-BEA6-910217857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8272" y="65836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3" name="图片占位符 11">
            <a:extLst>
              <a:ext uri="{FF2B5EF4-FFF2-40B4-BE49-F238E27FC236}">
                <a16:creationId xmlns:a16="http://schemas.microsoft.com/office/drawing/2014/main" id="{C4E959CE-E323-4F7E-9D53-6DE5DD8650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8272" y="358444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5" name="任意多边形：形状 14">
            <a:extLst>
              <a:ext uri="{FF2B5EF4-FFF2-40B4-BE49-F238E27FC236}">
                <a16:creationId xmlns:a16="http://schemas.microsoft.com/office/drawing/2014/main" id="{65F4C50B-50BD-44F1-9148-992E83F5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25809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日期占位符 3">
            <a:extLst>
              <a:ext uri="{FF2B5EF4-FFF2-40B4-BE49-F238E27FC236}">
                <a16:creationId xmlns:a16="http://schemas.microsoft.com/office/drawing/2014/main" id="{9764E3EF-900F-4400-84C4-63FBEBB87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21" name="页脚占位符 4">
            <a:extLst>
              <a:ext uri="{FF2B5EF4-FFF2-40B4-BE49-F238E27FC236}">
                <a16:creationId xmlns:a16="http://schemas.microsoft.com/office/drawing/2014/main" id="{3E1CB21E-42E2-4942-BCAD-66952AABB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 dirty="0"/>
              <a:t>示例文字</a:t>
            </a:r>
          </a:p>
        </p:txBody>
      </p:sp>
      <p:sp>
        <p:nvSpPr>
          <p:cNvPr id="22" name="幻灯片编号占位符 5">
            <a:extLst>
              <a:ext uri="{FF2B5EF4-FFF2-40B4-BE49-F238E27FC236}">
                <a16:creationId xmlns:a16="http://schemas.microsoft.com/office/drawing/2014/main" id="{ABDF6841-1F86-481B-A857-4E5AC2672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94128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长方形 4">
            <a:extLst>
              <a:ext uri="{FF2B5EF4-FFF2-40B4-BE49-F238E27FC236}">
                <a16:creationId xmlns:a16="http://schemas.microsoft.com/office/drawing/2014/main" id="{2FD219BD-0F2E-4CDF-AEB4-C1D73E0F1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标题 15">
            <a:extLst>
              <a:ext uri="{FF2B5EF4-FFF2-40B4-BE49-F238E27FC236}">
                <a16:creationId xmlns:a16="http://schemas.microsoft.com/office/drawing/2014/main" id="{1A909C9B-71E1-4575-BD94-8C51142F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</p:spPr>
        <p:txBody>
          <a:bodyPr rtlCol="0" anchor="ctr">
            <a:normAutofit/>
          </a:bodyPr>
          <a:lstStyle>
            <a:lvl1pPr algn="ctr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ctr"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8" name="内容占位符 16">
            <a:extLst>
              <a:ext uri="{FF2B5EF4-FFF2-40B4-BE49-F238E27FC236}">
                <a16:creationId xmlns:a16="http://schemas.microsoft.com/office/drawing/2014/main" id="{3B6580BC-B32B-4393-8B19-2B3F6B90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683104"/>
            <a:ext cx="3364358" cy="3673245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CB07FB4E-AACE-4322-82D4-4DA4A81616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048" y="0"/>
            <a:ext cx="7616952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 dirty="0"/>
              <a:t>示例文字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F4CA4665-3BE9-407E-884C-8EA287083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2099" y="2302005"/>
            <a:ext cx="2253018" cy="0"/>
          </a:xfrm>
          <a:prstGeom prst="line">
            <a:avLst/>
          </a:prstGeom>
          <a:ln w="1905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06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81C62-6E66-44D5-83D2-BADCC737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13" y="2851343"/>
            <a:ext cx="8490581" cy="1746195"/>
          </a:xfrm>
        </p:spPr>
        <p:txBody>
          <a:bodyPr rtlCol="0" anchor="b">
            <a:normAutofit/>
          </a:bodyPr>
          <a:lstStyle>
            <a:lvl1pPr algn="ctr">
              <a:lnSpc>
                <a:spcPct val="90000"/>
              </a:lnSpc>
              <a:defRPr sz="4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0A7876-9D0C-4685-8088-6FED23C9B8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67350" y="4846921"/>
            <a:ext cx="6632107" cy="951488"/>
          </a:xfrm>
        </p:spPr>
        <p:txBody>
          <a:bodyPr rtlCol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sp>
        <p:nvSpPr>
          <p:cNvPr id="13" name="任意多边形：形状 12">
            <a:extLst>
              <a:ext uri="{FF2B5EF4-FFF2-40B4-BE49-F238E27FC236}">
                <a16:creationId xmlns:a16="http://schemas.microsoft.com/office/drawing/2014/main" id="{1E679A24-160E-440A-9984-8923BC4B8DD8}"/>
              </a:ext>
            </a:extLst>
          </p:cNvPr>
          <p:cNvSpPr/>
          <p:nvPr/>
        </p:nvSpPr>
        <p:spPr>
          <a:xfrm rot="20618895" flipH="1">
            <a:off x="5561167" y="1911565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506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26100-27A9-4A24-9347-29B6A9BA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17186"/>
          </a:xfrm>
        </p:spPr>
        <p:txBody>
          <a:bodyPr rtlCol="0" anchor="b">
            <a:normAutofit/>
          </a:bodyPr>
          <a:lstStyle>
            <a:lvl1pPr>
              <a:defRPr sz="4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A350C3-3185-4A0E-9E1F-504D7E6E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26924"/>
            <a:ext cx="10515600" cy="1262726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47571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902F6-08C1-4F71-90D1-FCA6563EC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5181600" cy="4365207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FB0FE5-5497-4854-B57F-7955ADCB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1756"/>
            <a:ext cx="5181600" cy="4365207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BB698B4-B17B-4FAB-894D-5400BDEC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cxnSp>
        <p:nvCxnSpPr>
          <p:cNvPr id="17" name="直接连接符​​(S) 16">
            <a:extLst>
              <a:ext uri="{FF2B5EF4-FFF2-40B4-BE49-F238E27FC236}">
                <a16:creationId xmlns:a16="http://schemas.microsoft.com/office/drawing/2014/main" id="{FBF5B355-1608-4ECA-8C03-3ABD722BC611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68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8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37465-F6D9-414A-9829-B2793D3A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7698"/>
            <a:ext cx="4061821" cy="1558558"/>
          </a:xfrm>
        </p:spPr>
        <p:txBody>
          <a:bodyPr rtlCol="0" anchor="b"/>
          <a:lstStyle>
            <a:lvl1pPr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635B2F-EF96-4A99-8082-911D63A3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7699"/>
            <a:ext cx="6172200" cy="5213351"/>
          </a:xfrm>
        </p:spPr>
        <p:txBody>
          <a:bodyPr rtlCol="0"/>
          <a:lstStyle>
            <a:lvl1pPr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5EE3AB-F64B-4276-8303-CAE4B4F1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6256"/>
            <a:ext cx="4061821" cy="3662732"/>
          </a:xfrm>
        </p:spPr>
        <p:txBody>
          <a:bodyPr rtlCol="0"/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18936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43B7E-262A-4834-9437-C20690BF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9FC6C5-CFC6-43FC-9CD2-EB131734FA83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867985"/>
            <a:ext cx="6172200" cy="4993066"/>
          </a:xfrm>
        </p:spPr>
        <p:txBody>
          <a:bodyPr rtlCol="0"/>
          <a:lstStyle>
            <a:lvl1pPr marL="0" indent="0">
              <a:buNone/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CAD41B-4C7D-4884-B895-CFDA0A44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8136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FB555E-8FF5-457E-B328-53ABDB59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64ED7-3275-4F98-88B1-4F0832514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61459"/>
            <a:ext cx="10515600" cy="434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0BCFA-771C-4297-8ACE-974191C70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E317DE-CC16-4596-92A2-460BC081E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示例文字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786E724-AEC3-4D96-A62C-C286B703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208ADF-3ADD-483D-A721-14E3EEE2C13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62459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1" r:id="rId4"/>
    <p:sldLayoutId id="2147483650" r:id="rId5"/>
    <p:sldLayoutId id="2147483671" r:id="rId6"/>
    <p:sldLayoutId id="2147483670" r:id="rId7"/>
    <p:sldLayoutId id="2147483672" r:id="rId8"/>
    <p:sldLayoutId id="2147483654" r:id="rId9"/>
    <p:sldLayoutId id="2147483653" r:id="rId10"/>
    <p:sldLayoutId id="2147483667" r:id="rId11"/>
    <p:sldLayoutId id="2147483668" r:id="rId12"/>
    <p:sldLayoutId id="2147483669" r:id="rId13"/>
    <p:sldLayoutId id="2147483649" r:id="rId14"/>
    <p:sldLayoutId id="2147483651" r:id="rId15"/>
    <p:sldLayoutId id="2147483652" r:id="rId16"/>
    <p:sldLayoutId id="2147483655" r:id="rId17"/>
    <p:sldLayoutId id="2147483656" r:id="rId18"/>
    <p:sldLayoutId id="2147483657" r:id="rId19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>
              <a:alpha val="7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 baseline="0">
          <a:solidFill>
            <a:schemeClr val="tx2">
              <a:alpha val="8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b="1" kern="1200" spc="100" baseline="0">
          <a:solidFill>
            <a:schemeClr val="tx2">
              <a:alpha val="8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571500" indent="-3429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00" baseline="0">
          <a:solidFill>
            <a:schemeClr val="tx2">
              <a:alpha val="8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64008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i="1" kern="1200" spc="100" baseline="0">
          <a:solidFill>
            <a:schemeClr val="tx2">
              <a:alpha val="8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 baseline="0">
          <a:solidFill>
            <a:schemeClr val="tx2">
              <a:alpha val="8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52">
          <p15:clr>
            <a:srgbClr val="F26B43"/>
          </p15:clr>
        </p15:guide>
        <p15:guide id="3" pos="52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pos="7152">
          <p15:clr>
            <a:srgbClr val="F26B43"/>
          </p15:clr>
        </p15:guide>
        <p15:guide id="7" pos="2880">
          <p15:clr>
            <a:srgbClr val="F26B43"/>
          </p15:clr>
        </p15:guide>
        <p15:guide id="8" pos="4248">
          <p15:clr>
            <a:srgbClr val="F26B43"/>
          </p15:clr>
        </p15:guide>
        <p15:guide id="9" orient="horz" pos="600">
          <p15:clr>
            <a:srgbClr val="F26B43"/>
          </p15:clr>
        </p15:guide>
        <p15:guide id="10" orient="horz" pos="3792">
          <p15:clr>
            <a:srgbClr val="F26B43"/>
          </p15:clr>
        </p15:guide>
        <p15:guide id="11" pos="7272">
          <p15:clr>
            <a:srgbClr val="F26B43"/>
          </p15:clr>
        </p15:guide>
        <p15:guide id="12" pos="408">
          <p15:clr>
            <a:srgbClr val="F26B43"/>
          </p15:clr>
        </p15:guide>
        <p15:guide id="13" pos="4920">
          <p15:clr>
            <a:srgbClr val="F26B43"/>
          </p15:clr>
        </p15:guide>
        <p15:guide id="14" pos="2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65A3385-7A97-4B91-90E4-313A5F648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en-US" altLang="zh-CN" dirty="0"/>
              <a:t>CS102A</a:t>
            </a:r>
            <a:br>
              <a:rPr lang="en-US" altLang="zh-CN" dirty="0"/>
            </a:br>
            <a:r>
              <a:rPr lang="zh-CN" altLang="en-US" dirty="0"/>
              <a:t>期末</a:t>
            </a:r>
            <a:r>
              <a:rPr lang="en-US" altLang="zh-CN" dirty="0"/>
              <a:t>project</a:t>
            </a:r>
            <a:br>
              <a:rPr lang="en-US" altLang="zh-CN" dirty="0"/>
            </a:br>
            <a:r>
              <a:rPr lang="en-US" altLang="zh-CN" dirty="0"/>
              <a:t>Othello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D600243-42CA-42D2-A56A-C6924D272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876" y="5116529"/>
            <a:ext cx="2948684" cy="955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CN" altLang="en-US" dirty="0"/>
              <a:t>陈曦耀</a:t>
            </a:r>
            <a:endParaRPr lang="en-US" altLang="zh-CN" dirty="0"/>
          </a:p>
          <a:p>
            <a:pPr rtl="0"/>
            <a:r>
              <a:rPr lang="zh-CN" altLang="en-US" dirty="0"/>
              <a:t>常旭峰</a:t>
            </a:r>
          </a:p>
        </p:txBody>
      </p:sp>
      <p:pic>
        <p:nvPicPr>
          <p:cNvPr id="8" name="图片占位符 7" descr="包含树、户外、森林、自然、雾的图片">
            <a:extLst>
              <a:ext uri="{FF2B5EF4-FFF2-40B4-BE49-F238E27FC236}">
                <a16:creationId xmlns:a16="http://schemas.microsoft.com/office/drawing/2014/main" id="{E012FD38-BCDB-4D51-8DED-F3962AB9A4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3024" y="0"/>
            <a:ext cx="7808976" cy="6858000"/>
          </a:xfrm>
        </p:spPr>
      </p:pic>
    </p:spTree>
    <p:extLst>
      <p:ext uri="{BB962C8B-B14F-4D97-AF65-F5344CB8AC3E}">
        <p14:creationId xmlns:p14="http://schemas.microsoft.com/office/powerpoint/2010/main" val="10576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1C71B812-3870-4A0F-8328-E5A65149C9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 dirty="0"/>
              <a:t>There are 64 identical game pieces called disks (</a:t>
            </a:r>
            <a:r>
              <a:rPr lang="zh-CN" altLang="en-US" dirty="0"/>
              <a:t>棋子</a:t>
            </a:r>
            <a:r>
              <a:rPr lang="en-US" altLang="zh-CN" dirty="0"/>
              <a:t>), which are light (</a:t>
            </a:r>
            <a:r>
              <a:rPr lang="zh-CN" altLang="en-US" dirty="0"/>
              <a:t>白</a:t>
            </a:r>
            <a:r>
              <a:rPr lang="en-US" altLang="zh-CN" dirty="0"/>
              <a:t>) on one side </a:t>
            </a:r>
          </a:p>
          <a:p>
            <a:r>
              <a:rPr lang="en-US" altLang="zh-CN" dirty="0"/>
              <a:t>and dark (</a:t>
            </a:r>
            <a:r>
              <a:rPr lang="zh-CN" altLang="en-US" dirty="0"/>
              <a:t>黑</a:t>
            </a:r>
            <a:r>
              <a:rPr lang="en-US" altLang="zh-CN" dirty="0"/>
              <a:t>) on the other. Players take turns placing disks on the board with their </a:t>
            </a:r>
          </a:p>
          <a:p>
            <a:r>
              <a:rPr lang="en-US" altLang="zh-CN" dirty="0"/>
              <a:t>assigned color facing up. When a player places a disk on her/his turn, it is called a </a:t>
            </a:r>
          </a:p>
          <a:p>
            <a:r>
              <a:rPr lang="en-US" altLang="zh-CN" dirty="0"/>
              <a:t>play. During a play, any disks of the opponent player's color that are in between the </a:t>
            </a:r>
          </a:p>
          <a:p>
            <a:r>
              <a:rPr lang="en-US" altLang="zh-CN" dirty="0"/>
              <a:t>disk just placed and another disk of the current player's color are turned over to the </a:t>
            </a:r>
          </a:p>
          <a:p>
            <a:r>
              <a:rPr lang="en-US" altLang="zh-CN" dirty="0"/>
              <a:t>current player's color. The objective of the game is to have the majority of disks </a:t>
            </a:r>
          </a:p>
          <a:p>
            <a:r>
              <a:rPr lang="en-US" altLang="zh-CN" dirty="0"/>
              <a:t>turned to display one's color when the last playable empty square is filled.</a:t>
            </a:r>
            <a:endParaRPr lang="zh-CN" altLang="en-US" dirty="0"/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D920478C-928E-4837-A854-B56EA246FB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9846" y="751423"/>
            <a:ext cx="5526040" cy="5565344"/>
          </a:xfrm>
        </p:spPr>
      </p:pic>
      <p:sp>
        <p:nvSpPr>
          <p:cNvPr id="11" name="标题 10">
            <a:extLst>
              <a:ext uri="{FF2B5EF4-FFF2-40B4-BE49-F238E27FC236}">
                <a16:creationId xmlns:a16="http://schemas.microsoft.com/office/drawing/2014/main" id="{AC1B1811-8C33-4ABA-B58A-21867157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19738"/>
          </a:xfrm>
        </p:spPr>
        <p:txBody>
          <a:bodyPr/>
          <a:lstStyle/>
          <a:p>
            <a:r>
              <a:rPr lang="zh-CN" altLang="en-US" dirty="0"/>
              <a:t>项目简介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3D2AEB2F-A2EF-43D6-B685-5676B997CA4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3322638" cy="365125"/>
          </a:xfrm>
        </p:spPr>
        <p:txBody>
          <a:bodyPr/>
          <a:lstStyle/>
          <a:p>
            <a:r>
              <a:rPr lang="en-US" altLang="zh-CN" noProof="0"/>
              <a:t>20XX</a:t>
            </a:r>
            <a:endParaRPr lang="zh-CN" altLang="en-US" noProof="0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DDC15452-6BAF-47C6-97B0-DCE2221ECB5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5029200" cy="365125"/>
          </a:xfrm>
        </p:spPr>
        <p:txBody>
          <a:bodyPr/>
          <a:lstStyle/>
          <a:p>
            <a:r>
              <a:rPr lang="zh-CN" altLang="en-US" noProof="0"/>
              <a:t>示例文字</a:t>
            </a:r>
            <a:endParaRPr lang="zh-CN" altLang="en-US" noProof="0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22D0CE7-272F-4203-88E6-B0BACD0D30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77538" y="6356350"/>
            <a:ext cx="1414462" cy="365125"/>
          </a:xfrm>
        </p:spPr>
        <p:txBody>
          <a:bodyPr/>
          <a:lstStyle/>
          <a:p>
            <a:fld id="{AE208ADF-3ADD-483D-A721-14E3EEE2C135}" type="slidenum">
              <a:rPr lang="en-US" altLang="zh-CN" noProof="0" smtClean="0"/>
              <a:pPr/>
              <a:t>2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3219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F19C6DA-37E8-479E-AB5A-05BE083491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主界面美化</a:t>
            </a:r>
            <a:endParaRPr lang="en-US" altLang="zh-CN" dirty="0"/>
          </a:p>
          <a:p>
            <a:r>
              <a:rPr lang="zh-CN" altLang="en-US" dirty="0"/>
              <a:t>游戏按钮有对应按下图标，鼠标反馈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FC3B3E-F9A1-47FD-8FCA-2E2A190968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89288" y="1482165"/>
            <a:ext cx="4718317" cy="5020774"/>
          </a:xfr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BCD33DC6-9A72-4BE2-9A54-54DD8D64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1: Graphical User Interface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485713-5FD4-4BEE-B552-C67A3B444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65" y="4269921"/>
            <a:ext cx="1076339" cy="5925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9D417D9-4FE6-47D7-AB7D-2CFACDDF5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190" y="4243425"/>
            <a:ext cx="1076339" cy="6132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954EB3E-9C05-4015-9D58-C920193C1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65" y="5489801"/>
            <a:ext cx="1076339" cy="5925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D34996-7241-43E7-86EF-FA11DD343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6190" y="5489801"/>
            <a:ext cx="1076339" cy="6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8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5CAB6E-9129-4E1C-AB7D-5BA76EA9D0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添加背景音乐，可选择是否打开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BF72B88-1A4C-41D2-ADB0-C231311334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2240" y="1993920"/>
            <a:ext cx="3476353" cy="1790848"/>
          </a:xfr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48913DA7-F6E9-485F-928E-C2D9D9D3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982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49F7624-E26F-45B9-A16C-7A0E547BAB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读写存档以</a:t>
            </a:r>
            <a:r>
              <a:rPr lang="en-US" altLang="zh-CN" dirty="0"/>
              <a:t>txt</a:t>
            </a:r>
            <a:r>
              <a:rPr lang="zh-CN" altLang="en-US" dirty="0"/>
              <a:t>格式读存，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同时记录了</a:t>
            </a:r>
            <a:r>
              <a:rPr lang="en-US" altLang="zh-CN" dirty="0" err="1"/>
              <a:t>currentPlayer</a:t>
            </a:r>
            <a:r>
              <a:rPr lang="en-US" altLang="zh-CN" dirty="0"/>
              <a:t>,</a:t>
            </a:r>
            <a:r>
              <a:rPr lang="zh-CN" altLang="en-US" dirty="0"/>
              <a:t>是否开启了</a:t>
            </a:r>
            <a:r>
              <a:rPr lang="en-US" altLang="zh-CN" dirty="0" err="1"/>
              <a:t>cheatMode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27C49D8-4DD3-4375-88AD-3628DE7B0A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70033"/>
            <a:ext cx="5181600" cy="3848235"/>
          </a:xfr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7388054F-71C8-41F1-AB4E-67EF3E76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2: Load and Save a Game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913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9AE6BE0-38BE-4963-B5D1-C39B1028E6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复盘分析是否被改过棋盘（可以辨别是否开启</a:t>
            </a:r>
            <a:r>
              <a:rPr lang="en-US" altLang="zh-CN" dirty="0" err="1"/>
              <a:t>cheatMode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 </a:t>
            </a:r>
            <a:r>
              <a:rPr lang="zh-CN" altLang="en-US" dirty="0"/>
              <a:t>棋盘格式错误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是否加减内容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文档不存在或者格式错误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282BA69-AE74-4E5E-A00A-492678E2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Task 3: Load and Save a Game—error check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6CF9E7-FD76-4CE8-AA08-52F79B521E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0" t="22285" r="18778" b="18778"/>
          <a:stretch/>
        </p:blipFill>
        <p:spPr>
          <a:xfrm>
            <a:off x="5833719" y="2385919"/>
            <a:ext cx="6035314" cy="366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8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02ED291-6CAC-47B8-B2B4-918AF311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81037"/>
            <a:ext cx="10515600" cy="819738"/>
          </a:xfrm>
        </p:spPr>
        <p:txBody>
          <a:bodyPr/>
          <a:lstStyle/>
          <a:p>
            <a:r>
              <a:rPr lang="en-US" altLang="zh-CN" dirty="0"/>
              <a:t>Task 4:</a:t>
            </a:r>
            <a:r>
              <a:rPr lang="zh-CN" altLang="en-US" dirty="0"/>
              <a:t>平局和胜负以及无子可下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199474E-5811-4304-8166-61F0BAEFD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10661440" cy="4365207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对方无子可下会弹出提示继续下        </a:t>
            </a:r>
            <a:r>
              <a:rPr lang="en-US" altLang="zh-CN" dirty="0"/>
              <a:t>2</a:t>
            </a:r>
            <a:r>
              <a:rPr lang="zh-CN" altLang="en-US" dirty="0"/>
              <a:t>胜负判断    </a:t>
            </a:r>
            <a:r>
              <a:rPr lang="en-US" altLang="zh-CN" dirty="0"/>
              <a:t>3</a:t>
            </a:r>
            <a:r>
              <a:rPr lang="zh-CN" altLang="en-US" dirty="0"/>
              <a:t>平局判断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8888353-7984-4ECE-A315-87C60271AD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62750" y="2985425"/>
            <a:ext cx="3918088" cy="3766823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9F42D3B-6D5C-48C5-8ED7-C4F72A5F5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88" y="2985425"/>
            <a:ext cx="3696638" cy="37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8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B9895-6F26-404A-A80F-0AB63A56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62427"/>
            <a:ext cx="11095008" cy="81973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Task 4 </a:t>
            </a:r>
            <a:r>
              <a:rPr lang="zh-CN" altLang="en-US" dirty="0"/>
              <a:t>：</a:t>
            </a:r>
            <a:r>
              <a:rPr lang="en-US" altLang="zh-CN" dirty="0"/>
              <a:t>load</a:t>
            </a:r>
            <a:r>
              <a:rPr lang="zh-CN" altLang="en-US" dirty="0"/>
              <a:t>如果是</a:t>
            </a:r>
            <a:r>
              <a:rPr lang="en-US" altLang="zh-CN" dirty="0"/>
              <a:t>cheat</a:t>
            </a:r>
            <a:r>
              <a:rPr lang="zh-CN" altLang="en-US" dirty="0"/>
              <a:t>模式                 </a:t>
            </a:r>
            <a:r>
              <a:rPr lang="en-US" altLang="zh-CN" dirty="0"/>
              <a:t>hint</a:t>
            </a:r>
            <a:br>
              <a:rPr lang="en-US" altLang="zh-CN" dirty="0"/>
            </a:br>
            <a:r>
              <a:rPr lang="zh-CN" altLang="en-US" dirty="0"/>
              <a:t>会自动按下</a:t>
            </a:r>
            <a:r>
              <a:rPr lang="en-US" altLang="zh-CN" dirty="0"/>
              <a:t>cheat</a:t>
            </a:r>
            <a:r>
              <a:rPr lang="zh-CN" altLang="en-US" dirty="0"/>
              <a:t>按钮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EFE79-D64A-40E1-A2F4-40A7355724D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5AA33-B975-472E-9805-7D295D4A3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noProof="0"/>
              <a:t>示例文字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8D65E1-8359-4A8D-A8FE-49FFD2FE4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altLang="zh-CN" noProof="0" smtClean="0"/>
              <a:pPr/>
              <a:t>8</a:t>
            </a:fld>
            <a:endParaRPr lang="zh-CN" altLang="en-US" noProof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7C0121-4DA0-4A56-B621-BC4F0F94B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11" y="1627355"/>
            <a:ext cx="3890223" cy="3894121"/>
          </a:xfrm>
          <a:prstGeom prst="rect">
            <a:avLst/>
          </a:prstGeom>
        </p:spPr>
      </p:pic>
      <p:pic>
        <p:nvPicPr>
          <p:cNvPr id="15" name="内容占位符 5">
            <a:extLst>
              <a:ext uri="{FF2B5EF4-FFF2-40B4-BE49-F238E27FC236}">
                <a16:creationId xmlns:a16="http://schemas.microsoft.com/office/drawing/2014/main" id="{5559F521-1C17-4299-8DF8-EC56936CA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29468" y="1406882"/>
            <a:ext cx="4147095" cy="4189413"/>
          </a:xfrm>
        </p:spPr>
      </p:pic>
    </p:spTree>
    <p:extLst>
      <p:ext uri="{BB962C8B-B14F-4D97-AF65-F5344CB8AC3E}">
        <p14:creationId xmlns:p14="http://schemas.microsoft.com/office/powerpoint/2010/main" val="1716711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B15C846-DF81-4011-88EE-B2E75B7F83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栈实现悔棋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977CBC-3B29-4815-904E-B4BB57CFA9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悔棋支持悔到最初</a:t>
            </a:r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4B7DDE9-1F4D-403E-BA05-7BB2E224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2569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9BB54-F523-4B92-9DB5-97EB2877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人机算法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1F92A6-135C-4279-8BDB-FAB65A67D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Easy:</a:t>
            </a:r>
            <a:r>
              <a:rPr lang="zh-CN" altLang="en-US" dirty="0"/>
              <a:t>猴子算法，随机选取</a:t>
            </a:r>
            <a:endParaRPr lang="en-US" altLang="zh-CN" dirty="0"/>
          </a:p>
          <a:p>
            <a:r>
              <a:rPr lang="en-US" altLang="zh-CN" dirty="0"/>
              <a:t>Hard</a:t>
            </a:r>
            <a:r>
              <a:rPr lang="zh-CN" altLang="en-US" dirty="0"/>
              <a:t>：贪心算法，计算下一步能翻转最多棋子的位置，</a:t>
            </a:r>
            <a:endParaRPr lang="en-US" altLang="zh-CN" dirty="0"/>
          </a:p>
          <a:p>
            <a:r>
              <a:rPr lang="en-US" altLang="zh-CN" dirty="0"/>
              <a:t>          </a:t>
            </a:r>
            <a:r>
              <a:rPr lang="zh-CN" altLang="en-US" dirty="0"/>
              <a:t>边角优先：能下边角就下边角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EFCDCE-0909-4BF7-B080-BB10E4DB98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53EB12-A3DF-46C2-9B80-3C286EB66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noProof="0"/>
              <a:t>示例文字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9C743E-AAA7-412A-BCB6-E08E6EBA5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altLang="zh-CN" noProof="0" smtClean="0"/>
              <a:pPr/>
              <a:t>10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5586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AF9674F-9A0B-4CBB-A511-DB17E020E4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6600" dirty="0"/>
              <a:t>感谢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D6215-96FC-4EFE-93FA-C03EE345CC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A42BE7A-B2F0-480E-B521-F01CBAF0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1442699"/>
      </p:ext>
    </p:extLst>
  </p:cSld>
  <p:clrMapOvr>
    <a:masterClrMapping/>
  </p:clrMapOvr>
</p:sld>
</file>

<file path=ppt/theme/theme1.xml><?xml version="1.0" encoding="utf-8"?>
<a:theme xmlns:a="http://schemas.openxmlformats.org/drawingml/2006/main" name="PineVTI">
  <a:themeElements>
    <a:clrScheme name="Pine">
      <a:dk1>
        <a:sysClr val="windowText" lastClr="000000"/>
      </a:dk1>
      <a:lt1>
        <a:sysClr val="window" lastClr="FFFFFF"/>
      </a:lt1>
      <a:dk2>
        <a:srgbClr val="081B19"/>
      </a:dk2>
      <a:lt2>
        <a:srgbClr val="E2D4CA"/>
      </a:lt2>
      <a:accent1>
        <a:srgbClr val="415347"/>
      </a:accent1>
      <a:accent2>
        <a:srgbClr val="753E33"/>
      </a:accent2>
      <a:accent3>
        <a:srgbClr val="7B614F"/>
      </a:accent3>
      <a:accent4>
        <a:srgbClr val="827B6D"/>
      </a:accent4>
      <a:accent5>
        <a:srgbClr val="495255"/>
      </a:accent5>
      <a:accent6>
        <a:srgbClr val="2D5358"/>
      </a:accent6>
      <a:hlink>
        <a:srgbClr val="A8705D"/>
      </a:hlink>
      <a:folHlink>
        <a:srgbClr val="5B688B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152_TF11653146_Win32" id="{EBEAB6A2-2415-4C1F-A37A-0C0705A046DD}" vid="{E2DE4C94-CA3D-4921-85F7-86961074DA9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506F55-A469-454B-8FCA-6F8BCF9DAA6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90CBB4-731C-4440-BC54-D2076F57C8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0CC34A-D535-41BC-8B48-A0E1EA32D7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松树设计</Template>
  <TotalTime>314</TotalTime>
  <Words>334</Words>
  <Application>Microsoft Office PowerPoint</Application>
  <PresentationFormat>宽屏</PresentationFormat>
  <Paragraphs>45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Microsoft YaHei UI</vt:lpstr>
      <vt:lpstr>Arial</vt:lpstr>
      <vt:lpstr>PineVTI</vt:lpstr>
      <vt:lpstr>CS102A 期末project Othello</vt:lpstr>
      <vt:lpstr>项目简介</vt:lpstr>
      <vt:lpstr>Task 1: Graphical User Interface</vt:lpstr>
      <vt:lpstr>PowerPoint 演示文稿</vt:lpstr>
      <vt:lpstr>Task 2: Load and Save a Game</vt:lpstr>
      <vt:lpstr>Task 3: Load and Save a Game—error check</vt:lpstr>
      <vt:lpstr>Task 4:平局和胜负以及无子可下</vt:lpstr>
      <vt:lpstr>Task 4 ：load如果是cheat模式                 hint 会自动按下cheat按钮</vt:lpstr>
      <vt:lpstr>Back</vt:lpstr>
      <vt:lpstr>人机算法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CS102A 期末project Othello</dc:title>
  <dc:creator>常 旭峰</dc:creator>
  <cp:lastModifiedBy>常 旭峰</cp:lastModifiedBy>
  <cp:revision>4</cp:revision>
  <dcterms:created xsi:type="dcterms:W3CDTF">2021-12-26T12:48:11Z</dcterms:created>
  <dcterms:modified xsi:type="dcterms:W3CDTF">2021-12-27T04:30:21Z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